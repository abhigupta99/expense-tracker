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82" d="100"/>
          <a:sy n="82" d="100"/>
        </p:scale>
        <p:origin x="60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10/18/2024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10/18/2024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10/18/2024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10/18/2024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altLang="en-US" b="1" dirty="0"/>
              <a:t>Expense Tracking and Budgeting using Expense Tracker</a:t>
            </a:r>
          </a:p>
        </p:txBody>
      </p:sp>
      <p:sp>
        <p:nvSpPr>
          <p:cNvPr id="3" name="Subtitle 2"/>
          <p:cNvSpPr>
            <a:spLocks noGrp="1"/>
          </p:cNvSpPr>
          <p:nvPr>
            <p:ph type="subTitle" idx="1"/>
          </p:nvPr>
        </p:nvSpPr>
        <p:spPr>
          <a:xfrm>
            <a:off x="1584325" y="4113213"/>
            <a:ext cx="9144000" cy="1655762"/>
          </a:xfrm>
        </p:spPr>
        <p:txBody>
          <a:bodyPr>
            <a:normAutofit/>
          </a:bodyPr>
          <a:lstStyle/>
          <a:p>
            <a:r>
              <a:rPr lang="en-GB" altLang="en-US" b="1" dirty="0"/>
              <a:t>Developed by</a:t>
            </a:r>
            <a:r>
              <a:rPr lang="en-GB" altLang="en-US" dirty="0"/>
              <a:t>:-Abhi Gupta &amp; Omkar Katore</a:t>
            </a:r>
          </a:p>
          <a:p>
            <a:r>
              <a:rPr lang="en-GB" altLang="en-US" b="1" dirty="0"/>
              <a:t>Project Guide:- </a:t>
            </a:r>
            <a:r>
              <a:rPr lang="en-GB" altLang="en-US" dirty="0"/>
              <a:t>Dr . Kamlesh Meshram Sir</a:t>
            </a:r>
          </a:p>
          <a:p>
            <a:r>
              <a:rPr lang="en-GB" altLang="en-US" b="1" dirty="0"/>
              <a:t>Presentation by:</a:t>
            </a:r>
            <a:r>
              <a:rPr lang="en-GB" altLang="en-US" dirty="0"/>
              <a:t>-Abhi Gupta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Importance of Tracking finances</a:t>
            </a:r>
          </a:p>
        </p:txBody>
      </p:sp>
      <p:sp>
        <p:nvSpPr>
          <p:cNvPr id="3" name="Content Placeholder 2"/>
          <p:cNvSpPr>
            <a:spLocks noGrp="1"/>
          </p:cNvSpPr>
          <p:nvPr>
            <p:ph idx="1"/>
          </p:nvPr>
        </p:nvSpPr>
        <p:spPr/>
        <p:txBody>
          <a:bodyPr>
            <a:normAutofit fontScale="90000" lnSpcReduction="10000"/>
          </a:bodyPr>
          <a:lstStyle/>
          <a:p>
            <a:r>
              <a:rPr lang="en-US"/>
              <a:t>Financial Awareness: Tracking expenses provides a clear picture of where money is being spent, increasing financial awareness and understanding of spending habits.</a:t>
            </a:r>
          </a:p>
          <a:p>
            <a:r>
              <a:rPr lang="en-US"/>
              <a:t>Budgeting: Expense tracking is essential for creating and maintaining a budget, enabling individuals to set realistic goals, allocate funds, and monitor progress towards financial objectives.</a:t>
            </a:r>
          </a:p>
          <a:p>
            <a:r>
              <a:rPr lang="en-US"/>
              <a:t>Debt Management: Effective expense tracking is crucial for managing debt, as it enables individuals to identify opportunities to reduce unnecessary spending and allocate more funds towards debt repayment.</a:t>
            </a:r>
          </a:p>
          <a:p>
            <a:r>
              <a:rPr lang="en-US"/>
              <a:t>Goal Setting: Tracking expenses facilitates goal setting and financial planning, providing insights for setting specific, measurable, achievable, relevant, and time-bound (SMART) goals.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Difficulties in Tracking it manually</a:t>
            </a:r>
          </a:p>
        </p:txBody>
      </p:sp>
      <p:sp>
        <p:nvSpPr>
          <p:cNvPr id="3" name="Content Placeholder 2"/>
          <p:cNvSpPr>
            <a:spLocks noGrp="1"/>
          </p:cNvSpPr>
          <p:nvPr>
            <p:ph idx="1"/>
          </p:nvPr>
        </p:nvSpPr>
        <p:spPr/>
        <p:txBody>
          <a:bodyPr>
            <a:normAutofit fontScale="90000" lnSpcReduction="10000"/>
          </a:bodyPr>
          <a:lstStyle/>
          <a:p>
            <a:r>
              <a:rPr lang="en-US"/>
              <a:t>Time-Consuming: Manual expense tracking is time-consuming, requiring individuals to record each expense manually, which can be tedious and inefficient.</a:t>
            </a:r>
          </a:p>
          <a:p>
            <a:r>
              <a:rPr lang="en-US"/>
              <a:t>Prone to Errors: Manual tracking is prone to errors and inaccuracies, as it relies on human input and calculations, increasing the risk of mistakes in recording and categorizing expenses.</a:t>
            </a:r>
          </a:p>
          <a:p>
            <a:r>
              <a:rPr lang="en-US"/>
              <a:t>Lack of Organization: Without a specific software, manual tracking often lacks organization, making it challenging to maintain a structured system for recording and retrieving expense information.</a:t>
            </a:r>
          </a:p>
          <a:p>
            <a:r>
              <a:rPr lang="en-US"/>
              <a:t>Difficulty in Analysis: Manual tracking makes it difficult to analyze spending patterns and trends efficiently, as it requires manual sorting and calculation of expenses, limiting the ability to gain valuable insights into financial habits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Expense Tracker</a:t>
            </a:r>
          </a:p>
        </p:txBody>
      </p:sp>
      <p:sp>
        <p:nvSpPr>
          <p:cNvPr id="3" name="Content Placeholder 2"/>
          <p:cNvSpPr>
            <a:spLocks noGrp="1"/>
          </p:cNvSpPr>
          <p:nvPr>
            <p:ph idx="1"/>
          </p:nvPr>
        </p:nvSpPr>
        <p:spPr/>
        <p:txBody>
          <a:bodyPr/>
          <a:lstStyle/>
          <a:p>
            <a:r>
              <a:rPr lang="en-US"/>
              <a:t>The Expense Tracker is a user-friendly financial management tool</a:t>
            </a:r>
            <a:r>
              <a:rPr lang="en-GB" altLang="en-US"/>
              <a:t>/GUI</a:t>
            </a:r>
            <a:r>
              <a:rPr lang="en-US"/>
              <a:t> designed to simplify expense tracking and enhance financial management for individuals and businesses.</a:t>
            </a:r>
          </a:p>
          <a:p>
            <a:r>
              <a:rPr lang="en-US"/>
              <a:t> With intuitive features and robust functionalities, this system empowers users to record expenses seamlessly, set and track budget goals effectively, and gain valuable insights into their financial habits. </a:t>
            </a:r>
          </a:p>
          <a:p>
            <a:r>
              <a:rPr lang="en-US"/>
              <a:t>Access expense data securely and conveniently from anywhere, anytime.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Data Management in Expense Tracker</a:t>
            </a:r>
          </a:p>
        </p:txBody>
      </p:sp>
      <p:sp>
        <p:nvSpPr>
          <p:cNvPr id="3" name="Content Placeholder 2"/>
          <p:cNvSpPr>
            <a:spLocks noGrp="1"/>
          </p:cNvSpPr>
          <p:nvPr>
            <p:ph idx="1"/>
          </p:nvPr>
        </p:nvSpPr>
        <p:spPr/>
        <p:txBody>
          <a:bodyPr/>
          <a:lstStyle/>
          <a:p>
            <a:r>
              <a:rPr lang="en-US"/>
              <a:t>Centralized Database: Expense Tracker utilizes a centralized database architecture to store all expense data in one secure location. This centralized approach simplifies data management by eliminating the need for scattered records across multiple platforms.</a:t>
            </a:r>
          </a:p>
          <a:p>
            <a:r>
              <a:rPr lang="en-US"/>
              <a:t>Real-time Updates: The centralized database enables real-time updates to expense data, ensuring that users have access to the most current information at all times. Whether adding new expenses, editing existing records, changes are reflected instantly within the database.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b="1"/>
              <a:t>Features</a:t>
            </a:r>
            <a:br>
              <a:rPr lang="en-GB" altLang="en-US" b="1"/>
            </a:br>
            <a:endParaRPr lang="en-GB" altLang="en-US" b="1"/>
          </a:p>
        </p:txBody>
      </p:sp>
      <p:sp>
        <p:nvSpPr>
          <p:cNvPr id="3" name="Content Placeholder 2"/>
          <p:cNvSpPr>
            <a:spLocks noGrp="1"/>
          </p:cNvSpPr>
          <p:nvPr>
            <p:ph idx="1"/>
          </p:nvPr>
        </p:nvSpPr>
        <p:spPr/>
        <p:txBody>
          <a:bodyPr/>
          <a:lstStyle/>
          <a:p>
            <a:r>
              <a:rPr lang="en-US"/>
              <a:t>User-Friendly Interface: The system boasts a user-friendly interface, making navigation and access to essential features intuitive and straightforward.</a:t>
            </a:r>
          </a:p>
          <a:p>
            <a:r>
              <a:rPr lang="en-US"/>
              <a:t>Expense Recording: Users can record expenses seamlessly, inputting detailed information such as date, payee, description, amount, and mode of payment.</a:t>
            </a:r>
          </a:p>
          <a:p>
            <a:r>
              <a:rPr lang="en-US"/>
              <a:t>Data Management: Expense data is securely stored in a centralized database, ensuring easy access, retrieval, and organization of financial records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Limitations</a:t>
            </a:r>
          </a:p>
        </p:txBody>
      </p:sp>
      <p:sp>
        <p:nvSpPr>
          <p:cNvPr id="3" name="Content Placeholder 2"/>
          <p:cNvSpPr>
            <a:spLocks noGrp="1"/>
          </p:cNvSpPr>
          <p:nvPr>
            <p:ph idx="1"/>
          </p:nvPr>
        </p:nvSpPr>
        <p:spPr/>
        <p:txBody>
          <a:bodyPr>
            <a:normAutofit fontScale="90000"/>
          </a:bodyPr>
          <a:lstStyle/>
          <a:p>
            <a:r>
              <a:rPr lang="en-US"/>
              <a:t>Offline Accessibility: The system does not support offline accessibility, meaning users must have an internet connection to access and use the application.</a:t>
            </a:r>
          </a:p>
          <a:p>
            <a:r>
              <a:rPr lang="en-US"/>
              <a:t>Limited Reporting: While the system allows users to view and manage expense data, it lacks advanced reporting features for generating detailed financial reports and insights.</a:t>
            </a:r>
          </a:p>
          <a:p>
            <a:r>
              <a:rPr lang="en-US"/>
              <a:t>Single-User Focus: The system appears to cater primarily to individual users, lacking features for collaborative expense tracking or multi-user access.</a:t>
            </a:r>
          </a:p>
          <a:p>
            <a:r>
              <a:rPr lang="en-US"/>
              <a:t>Limited Budgeting Features: While the system provides basic budgeting tools, it may lack advanced features such as forecasting, trend analysis, or goal tracking, limiting its usefulness for comprehensive financial planning.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Future Enhancements</a:t>
            </a:r>
          </a:p>
        </p:txBody>
      </p:sp>
      <p:sp>
        <p:nvSpPr>
          <p:cNvPr id="3" name="Content Placeholder 2"/>
          <p:cNvSpPr>
            <a:spLocks noGrp="1"/>
          </p:cNvSpPr>
          <p:nvPr>
            <p:ph idx="1"/>
          </p:nvPr>
        </p:nvSpPr>
        <p:spPr/>
        <p:txBody>
          <a:bodyPr>
            <a:normAutofit fontScale="90000" lnSpcReduction="20000"/>
          </a:bodyPr>
          <a:lstStyle/>
          <a:p>
            <a:r>
              <a:rPr lang="en-US"/>
              <a:t>Cloud Integration: Adding cloud integration features would enable users to securely store their expense data online, allowing for seamless synchronization across multiple devices and ensuring data accessibility from anywhere.</a:t>
            </a:r>
          </a:p>
          <a:p>
            <a:r>
              <a:rPr lang="en-US"/>
              <a:t>Advanced Reporting: Implementing advanced reporting capabilities would enable users to generate detailed financial reports, visualize spending trends, and gain deeper insights into their financial habits and patterns.</a:t>
            </a:r>
          </a:p>
          <a:p>
            <a:r>
              <a:rPr lang="en-US"/>
              <a:t>Multi-User Support: Introducing multi-user support would allow families or teams to collaborate on expense tracking, with features for sharing and managing expense data among multiple users while maintaining privacy and security.</a:t>
            </a:r>
          </a:p>
          <a:p>
            <a:r>
              <a:rPr lang="en-US"/>
              <a:t>Expense Categories and Tags: Enhancing the system with customizable expense categories and tags would enable users to classify expenses more effectively, facilitating better organization and analysis of spending habits.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a:t>Tools used to create the GUI</a:t>
            </a:r>
          </a:p>
        </p:txBody>
      </p:sp>
      <p:sp>
        <p:nvSpPr>
          <p:cNvPr id="3" name="Content Placeholder 2"/>
          <p:cNvSpPr>
            <a:spLocks noGrp="1"/>
          </p:cNvSpPr>
          <p:nvPr>
            <p:ph idx="1"/>
          </p:nvPr>
        </p:nvSpPr>
        <p:spPr/>
        <p:txBody>
          <a:bodyPr>
            <a:normAutofit/>
          </a:bodyPr>
          <a:lstStyle/>
          <a:p>
            <a:r>
              <a:rPr lang="en-US" b="1"/>
              <a:t>Integrated Development Environment (IDE):</a:t>
            </a:r>
            <a:r>
              <a:rPr lang="en-US"/>
              <a:t>PyCharm</a:t>
            </a:r>
          </a:p>
          <a:p>
            <a:r>
              <a:rPr lang="en-US" b="1"/>
              <a:t>Python Programming Language:</a:t>
            </a:r>
            <a:r>
              <a:rPr lang="en-US"/>
              <a:t>https://www.python.org/</a:t>
            </a:r>
          </a:p>
          <a:p>
            <a:r>
              <a:rPr lang="en-US" b="1"/>
              <a:t>SQLite Database Management System</a:t>
            </a:r>
            <a:r>
              <a:rPr lang="en-US"/>
              <a:t>:Lightweight and bundled with Python</a:t>
            </a:r>
          </a:p>
          <a:p>
            <a:r>
              <a:rPr lang="en-US" b="1"/>
              <a:t>Tkinter Library:</a:t>
            </a:r>
            <a:r>
              <a:rPr lang="en-US"/>
              <a:t>Standard GUI toolkit for Python</a:t>
            </a:r>
          </a:p>
          <a:p>
            <a:r>
              <a:rPr lang="en-US" b="1"/>
              <a:t>tkcalendar Library:</a:t>
            </a:r>
            <a:r>
              <a:rPr lang="en-US"/>
              <a:t>Provides DateEntry widget for Tkinter</a:t>
            </a:r>
          </a:p>
          <a:p>
            <a:pPr marL="0" indent="0">
              <a:buNone/>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altLang="en-US" sz="13800" b="1"/>
              <a: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807</Words>
  <Application>Microsoft Office PowerPoint</Application>
  <PresentationFormat>Widescreen</PresentationFormat>
  <Paragraphs>42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Expense Tracking and Budgeting using Expense Tracker</vt:lpstr>
      <vt:lpstr>Importance of Tracking finances</vt:lpstr>
      <vt:lpstr>Difficulties in Tracking it manually</vt:lpstr>
      <vt:lpstr>Expense Tracker</vt:lpstr>
      <vt:lpstr>Data Management in Expense Tracker</vt:lpstr>
      <vt:lpstr>Features </vt:lpstr>
      <vt:lpstr>Limitations</vt:lpstr>
      <vt:lpstr>Future Enhancements</vt:lpstr>
      <vt:lpstr>Tools used to create the GUI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Tracking and Budgeting using Expense Tracker</dc:title>
  <dc:creator>Family</dc:creator>
  <cp:lastModifiedBy>Abhi Gupta</cp:lastModifiedBy>
  <cp:revision>3</cp:revision>
  <dcterms:created xsi:type="dcterms:W3CDTF">2024-04-19T01:27:47Z</dcterms:created>
  <dcterms:modified xsi:type="dcterms:W3CDTF">2024-10-18T10:13:16Z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7E81C53783594AD883C81666A79485CD_11</vt:lpwstr>
  </property>
  <property fmtid="{D5CDD505-2E9C-101B-9397-08002B2CF9AE}" pid="3" name="KSOProductBuildVer">
    <vt:lpwstr>1033-12.2.0.16731</vt:lpwstr>
  </property>
</Properties>
</file>